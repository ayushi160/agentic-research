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94560"/>
                </a:solidFill>
              </a:defRPr>
            </a:pPr>
            <a:r>
              <a:t>AI IN CYBERSECURITY AND THREAT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t>AI-Powered Deep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AAAAA"/>
                </a:solidFill>
              </a:defRPr>
            </a:pPr>
            <a:r>
              <a:t>Generated by Multi-Agent System: GPT + Gemini + Grok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RESEARCH REPORT: AI IN CYBERSECURITY AND THREAT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Generated: 2026-03-31 02:09:00</a:t>
            </a:r>
            <a:br/>
            <a:r>
              <a:t>Sources: GPT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----------------------------------------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**AI in Cybersecurity and Threat Detection: A Comprehensive Overview**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Artificial intelligence (AI) has revolutionized various industries, including cybersecurity. The increasing sophistication of cyber threats demands more effective and efficient methods to detect and prevent attacks. AI-powered solutions have emerged as a game-changer in the realm of cybersecurity, enhancing threat detection capabilities and improving overall security posture.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Key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 **The global AI market is projected to reach $190 billion by 2025**, with cybersecurity being one of the fastest-growing segments (MarketsandMarkets).</a:t>
            </a:r>
            <a:br/>
            <a:r>
              <a:t>* **75% of organizations use AI for threat intelligence and incident response** (Ponemon Institute).</a:t>
            </a:r>
            <a:br/>
            <a:r>
              <a:t>* **AI-driven security solutions have reduced mean time to detect (MTTD) by 45% and mean time to respond (MTTR) by 31%** (Radware).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 **AI-powered systems can identify unusual network traffic patterns**, enabling early detection of potential threats.</a:t>
            </a:r>
            <a:br/>
            <a:r>
              <a:t>* **Machine learning algorithms analyze historical data to predict and prevent future attacks**.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 **AI-driven maintenance helps detect and fix vulnerabilities before they are exploited**, reducing the attack surface.</a:t>
            </a:r>
            <a:br/>
            <a:r>
              <a:t>* **Predictive analytics enables proactive measures, such as patching and updating systems**, minimizing the impact of potential threats.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4560"/>
                </a:solidFill>
              </a:defRPr>
            </a:pPr>
            <a:r>
              <a:t>Research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• GPT-4o (OpenAI)</a:t>
            </a:r>
            <a:br/>
            <a:r>
              <a:t>• Gemini 1.5 Flash (Google)</a:t>
            </a:r>
            <a:br/>
            <a:r>
              <a:t>• Grok Beta (xAI)</a:t>
            </a:r>
            <a:br/>
            <a:br/>
            <a:r>
              <a:t>Research compiled and merged by automated multi-agent orchestrator.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