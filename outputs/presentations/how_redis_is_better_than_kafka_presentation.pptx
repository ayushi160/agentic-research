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94560"/>
                </a:solidFill>
              </a:defRPr>
            </a:pPr>
            <a:r>
              <a:t>HOW REDIS IS BETTER THAN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AI-Powered Deep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AAAA"/>
                </a:solidFill>
              </a:defRPr>
            </a:pPr>
            <a:r>
              <a:t>Generated by Multi-Agent System: GPT + Gemini + Grok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RESEARCH REPORT: HOW REDIS IS BETTER THAN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Generated: 2026-03-31 02:23:25</a:t>
            </a:r>
            <a:br/>
            <a:r>
              <a:t>Sources: 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----------------------------------------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**Redis vs Kafka: A Comparative Analysis**</a:t>
            </a:r>
            <a:br/>
            <a:r>
              <a:t>As a researcher, I've conducted an in-depth analysis to compare and contrast Redis and Kafka, two popular distributed data stores. In this report, we'll explore the key differences between these technologies, highlighting their strengths and weaknesses.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**Key Similarities**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Both Redis and Kafka are designed for high-performance, low-latency data processing.</a:t>
            </a:r>
            <a:br/>
            <a:r>
              <a:t>* They support pub/sub messaging models and can handle large volumes of data.</a:t>
            </a:r>
            <a:br/>
            <a:r>
              <a:t>* Both have strong community backing and are widely adopted in industry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**Redis: A Key-Value Store with Pub/Sub Capabilities**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**Pros**:</a:t>
            </a:r>
            <a:br/>
            <a:r>
              <a:t>+ High-performance key-value store for fast storage and retrieval of small pieces of data.</a:t>
            </a:r>
            <a:br/>
            <a:r>
              <a:t>+ Supports pub/sub messaging model for efficient event-driven architecture.</a:t>
            </a:r>
            <a:br/>
            <a:r>
              <a:t>+ Easy to set up and integrate into existing systems.</a:t>
            </a:r>
            <a:br/>
            <a:r>
              <a:t>+ Low overhead and high scalability.</a:t>
            </a:r>
            <a:br/>
            <a:r>
              <a:t>* **Cons**:</a:t>
            </a:r>
            <a:br/>
            <a:r>
              <a:t>+ Limited support for complex data structures (e.g., graphs, documents).</a:t>
            </a:r>
            <a:br/>
            <a:r>
              <a:t>+ Not designed for handling massive amounts of data or providing long-term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**Kafka: A Distributed Streaming Platform**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**Pros**:</a:t>
            </a:r>
            <a:br/>
            <a:r>
              <a:t>+ Scalable and fault-tolerant architecture for handling high-throughput and large datasets.</a:t>
            </a:r>
            <a:br/>
            <a:r>
              <a:t>+ Supports real-time data processing and event-driven architectures.</a:t>
            </a:r>
            <a:br/>
            <a:r>
              <a:t>+ Robust support for complex data structures (e.g., JSON, Avro).</a:t>
            </a:r>
            <a:br/>
            <a:r>
              <a:t>+ Designed for long-term storage and retrieval of massive amounts of data.</a:t>
            </a:r>
            <a:br/>
            <a:r>
              <a:t>* **Cons**:</a:t>
            </a:r>
            <a:br/>
            <a:r>
              <a:t>+ Higher overhead compared to Redis due to its distributed nature.</a:t>
            </a:r>
            <a:br/>
            <a:r>
              <a:t>+ Steeper learning curve due to the complexity of its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**Comparison: Use Cases**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**Redis**:</a:t>
            </a:r>
            <a:br/>
            <a:r>
              <a:t>+ Suitable for applications requiring fast, in-memory key-value storage and pub/sub messaging (e.g., real-time analytics, caching).</a:t>
            </a:r>
            <a:br/>
            <a:r>
              <a:t>+ Ideal for small-scale data processing and event-driven architectures.</a:t>
            </a:r>
            <a:br/>
            <a:r>
              <a:t>* **Kafka**:</a:t>
            </a:r>
            <a:br/>
            <a:r>
              <a:t>+ Designed for large-scale, distributed data processing and streaming platforms (e.g., log collection, event-driven architecture).</a:t>
            </a:r>
            <a:br/>
            <a:r>
              <a:t>+ Suitable for applications requiring long-term storage and retrieval of massive amounts of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4560"/>
                </a:solidFill>
              </a:defRPr>
            </a:pPr>
            <a:r>
              <a:t>Research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• GPT-4o (OpenAI)</a:t>
            </a:r>
            <a:br/>
            <a:r>
              <a:t>• Gemini 1.5 Flash (Google)</a:t>
            </a:r>
            <a:br/>
            <a:r>
              <a:t>• Grok Beta (xAI)</a:t>
            </a:r>
            <a:br/>
            <a:br/>
            <a:r>
              <a:t>Research compiled and merged by automated multi-agent orchestrator.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