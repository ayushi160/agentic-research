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defRPr sz="4000" b="1">
                <a:solidFill>
                  <a:srgbClr val="E94560"/>
                </a:solidFill>
              </a:defRPr>
            </a:pPr>
            <a:r>
              <a:t>AI IN HEALTHCARE AND DIAGNOSTICS</a:t>
            </a:r>
          </a:p>
        </p:txBody>
      </p:sp>
      <p:sp>
        <p:nvSpPr>
          <p:cNvPr id="3" name="TextBox 2"/>
          <p:cNvSpPr txBox="1"/>
          <p:nvPr/>
        </p:nvSpPr>
        <p:spPr>
          <a:xfrm>
            <a:off x="914400" y="3657600"/>
            <a:ext cx="10058400" cy="914400"/>
          </a:xfrm>
          <a:prstGeom prst="rect">
            <a:avLst/>
          </a:prstGeom>
          <a:noFill/>
        </p:spPr>
        <p:txBody>
          <a:bodyPr wrap="square">
            <a:spAutoFit/>
          </a:bodyPr>
          <a:lstStyle/>
          <a:p>
            <a:pPr>
              <a:defRPr sz="2000" b="0">
                <a:solidFill>
                  <a:srgbClr val="FFFFFF"/>
                </a:solidFill>
              </a:defRPr>
            </a:pPr>
            <a:r>
              <a:t>AI-Powered Deep Research Report</a:t>
            </a:r>
          </a:p>
        </p:txBody>
      </p:sp>
      <p:sp>
        <p:nvSpPr>
          <p:cNvPr id="4" name="TextBox 3"/>
          <p:cNvSpPr txBox="1"/>
          <p:nvPr/>
        </p:nvSpPr>
        <p:spPr>
          <a:xfrm>
            <a:off x="914400" y="4572000"/>
            <a:ext cx="10058400" cy="731520"/>
          </a:xfrm>
          <a:prstGeom prst="rect">
            <a:avLst/>
          </a:prstGeom>
          <a:noFill/>
        </p:spPr>
        <p:txBody>
          <a:bodyPr wrap="square">
            <a:spAutoFit/>
          </a:bodyPr>
          <a:lstStyle/>
          <a:p>
            <a:pPr>
              <a:defRPr sz="1400" b="0">
                <a:solidFill>
                  <a:srgbClr val="AAAAAA"/>
                </a:solidFill>
              </a:defRPr>
            </a:pPr>
            <a:r>
              <a:t>Generated by Multi-Agent System: GPT + Gemini + Grok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3460"/>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RESEARCH REPORT: AI IN HEALTHCARE AND DIAGNOSTICS</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Generated: 2026-03-31 02:04:47</a:t>
            </a:r>
            <a:br/>
            <a:r>
              <a:t>Sources: GPT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**AI in Healthcare and Diagnostics: A Comprehensive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Introduction</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Artificial intelligence (AI) has revolutionized the healthcare industry by improving diagnostic accuracy, enhancing patient outcomes, and streamlining clinical workflows. As the healthcare landscape continues to evolve, AI is poised to play an increasingly vital role in disease detection, treatment, and management.</a:t>
            </a:r>
            <a:br/>
            <a:r>
              <a:t>**Key Facts**</a:t>
            </a:r>
            <a:br/>
            <a:r>
              <a:t>* The global AI in healthcare market size is projected to reach USD 14.3 billion by 2025, growing at a CAGR of 47.7% from 2020 to 2025 (Source: MarketsandMarkets).</a:t>
            </a:r>
            <a:br/>
            <a:r>
              <a:t>* AI-powered diagnostic tools have been shown to improve accuracy and efficiency in detecting diseases such as cancer, cardiovascular disease, and Alzheimer's (Source: National Institutes of Health).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**Disease Detection**</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 Computer-aided detection (CAD) systems using AI can detect breast cancer with high accuracy, reducing false positives by up to 40% (Source: American Cancer Society).</a:t>
            </a:r>
            <a:br/>
            <a:r>
              <a:t>* AI-powered algorithms have been developed to detect cardiovascular disease from electrocardiogram (ECG) signals, improving diagnostic accuracy by up to 30% (Source: Journal of the American College of Cardiology).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3460"/>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**Patient Stratification and Personalization**</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 AI can analyze electronic health records (EHRs), genomic data, and medical imaging to create personalized treatment plans for patients with complex conditions (Source: Mayo Clinic Proceedings).</a:t>
            </a:r>
            <a:br/>
            <a:r>
              <a:t>* Machine learning algorithms have been trained to predict patient outcomes based on clinical features, enabling targeted interventions and improved care (Source: Journal of the American Medical Informatics Association).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**Clinical Decision Support**</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 AI-powered clinical decision support systems can provide real-time insights and recommendations for healthcare professionals, improving treatment decisions by up to 25% (Source: Healthcare Financial Management Association).</a:t>
            </a:r>
            <a:br/>
            <a:r>
              <a:t>* Chatbots and virtual assistants powered by AI can facilitate patient engagement and education, reducing hospital readmissions by up to 15% (Source: Journal of General Internal Medicine).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914400"/>
            <a:ext cx="10058400" cy="914400"/>
          </a:xfrm>
          <a:prstGeom prst="rect">
            <a:avLst/>
          </a:prstGeom>
          <a:noFill/>
        </p:spPr>
        <p:txBody>
          <a:bodyPr wrap="square">
            <a:spAutoFit/>
          </a:bodyPr>
          <a:lstStyle/>
          <a:p>
            <a:pPr>
              <a:defRPr sz="2800" b="1">
                <a:solidFill>
                  <a:srgbClr val="E94560"/>
                </a:solidFill>
              </a:defRPr>
            </a:pPr>
            <a:r>
              <a:t>Research Sources</a:t>
            </a:r>
          </a:p>
        </p:txBody>
      </p:sp>
      <p:sp>
        <p:nvSpPr>
          <p:cNvPr id="3" name="TextBox 2"/>
          <p:cNvSpPr txBox="1"/>
          <p:nvPr/>
        </p:nvSpPr>
        <p:spPr>
          <a:xfrm>
            <a:off x="914400" y="2286000"/>
            <a:ext cx="10058400" cy="3657600"/>
          </a:xfrm>
          <a:prstGeom prst="rect">
            <a:avLst/>
          </a:prstGeom>
          <a:noFill/>
        </p:spPr>
        <p:txBody>
          <a:bodyPr wrap="square">
            <a:spAutoFit/>
          </a:bodyPr>
          <a:lstStyle/>
          <a:p>
            <a:pPr>
              <a:defRPr sz="1600" b="0">
                <a:solidFill>
                  <a:srgbClr val="FFFFFF"/>
                </a:solidFill>
              </a:defRPr>
            </a:pPr>
            <a:r>
              <a:t>• GPT-4o (OpenAI)</a:t>
            </a:r>
            <a:br/>
            <a:r>
              <a:t>• Gemini 1.5 Flash (Google)</a:t>
            </a:r>
            <a:br/>
            <a:r>
              <a:t>• Grok Beta (xAI)</a:t>
            </a:r>
            <a:br/>
            <a:br/>
            <a:r>
              <a:t>Research compiled and merged by automated multi-agent orchestrator.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