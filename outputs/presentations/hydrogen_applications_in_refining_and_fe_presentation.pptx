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94560"/>
                </a:solidFill>
              </a:defRPr>
            </a:pPr>
            <a:r>
              <a:t>HYDROGEN APPLICATIONS IN REFINING AND FERTILIZERS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</a:defRPr>
            </a:pPr>
            <a:r>
              <a:t>AI-Powered Deep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AAAAA"/>
                </a:solidFill>
              </a:defRPr>
            </a:pPr>
            <a:r>
              <a:t>Generated by Multi-Agent System: GPT + Gemini + Grok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RESEARCH REPORT: HYDROGEN APPLICATIONS IN REFINING AND FERTILIZERS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Generated: 2026-03-30 22:48:50</a:t>
            </a:r>
            <a:br/>
            <a:r>
              <a:t>Sources: GPT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----------------------------------------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**Hydrogen Applications in Refining and Fertilizers**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Hydrogen is a versatile element that has numerous applications across various industries. In the context of refining and fertilizers, hydrogen plays a crucial role in improving process efficiency, reducing environmental impact, and increasing product yields.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Hydrogenation in Petrochemicals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 Hydrogenation is a key process in petrochemical refining, where unsaturated hydrocarbons are converted into saturated ones to improve their stability and usability.</a:t>
            </a:r>
            <a:br/>
            <a:r>
              <a:t>* Hydrogenation reactions are used to produce high-demand products such as polyethylene, polypropylene, and lubricants.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Reforming for Hydrogen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 Refining processes generate significant amounts of hydrogen as a byproduct, which can be utilized for various applications.</a:t>
            </a:r>
            <a:br/>
            <a:r>
              <a:t>* Reforming processes involve the conversion of hydrocarbons into hydrogen and carbon monoxide, which are then used to produce fuels, chemicals, and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94560"/>
                </a:solidFill>
              </a:defRPr>
            </a:pPr>
            <a:r>
              <a:t>Ammonia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DDDDD"/>
                </a:solidFill>
              </a:defRPr>
            </a:pPr>
            <a:r>
              <a:t>* Hydrogen is an essential feedstock in the production of ammonia (NH3), a critical component in fertilizers.</a:t>
            </a:r>
            <a:br/>
            <a:r>
              <a:t>* The Haber-Bosch process combines nitrogen and hydrogen at high temperatures and pressures to produce ammonia.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94560"/>
                </a:solidFill>
              </a:defRPr>
            </a:pPr>
            <a:r>
              <a:t>Research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• GPT-4o (OpenAI)</a:t>
            </a:r>
            <a:br/>
            <a:r>
              <a:t>• Gemini 1.5 Flash (Google)</a:t>
            </a:r>
            <a:br/>
            <a:r>
              <a:t>• Grok Beta (xAI)</a:t>
            </a:r>
            <a:br/>
            <a:br/>
            <a:r>
              <a:t>Research compiled and merged by automated multi-agent orchestrator.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